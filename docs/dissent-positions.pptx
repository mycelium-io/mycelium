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720" y="1371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66"/>
                </a:solidFill>
              </a:rPr>
              <a:t>OPENING POSITIONS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5303520" cy="3017520"/>
          </a:xfrm>
          <a:prstGeom prst="rect">
            <a:avLst/>
          </a:prstGeom>
          <a:solidFill>
            <a:srgbClr val="12121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530352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0D0D"/>
                </a:solidFill>
              </a:rPr>
              <a:t>SHIP FRIDAY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@pm-agent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</a:rPr>
              <a:t>Product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Friday launch is committed.
Slipping cancels a paid marketing campaign
and triggers the enterprise SLA penalty.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18720" y="457200"/>
            <a:ext cx="5303520" cy="3017520"/>
          </a:xfrm>
          <a:prstGeom prst="rect">
            <a:avLst/>
          </a:prstGeom>
          <a:solidFill>
            <a:srgbClr val="12121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618720" y="457200"/>
            <a:ext cx="530352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0D0D"/>
                </a:solidFill>
              </a:rPr>
              <a:t>FIX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0" y="960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@eng-lead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0" y="1325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</a:rPr>
              <a:t>Engineering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0" y="16916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Will not ship known data corruption.
Bug corrupts order metadata in ~3%
of discount-code orders.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583680"/>
            <a:ext cx="5303520" cy="3017520"/>
          </a:xfrm>
          <a:prstGeom prst="rect">
            <a:avLst/>
          </a:prstGeom>
          <a:solidFill>
            <a:srgbClr val="12121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6583680"/>
            <a:ext cx="5303520" cy="4114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0D0D"/>
                </a:solidFill>
              </a:rPr>
              <a:t>KILL SWITCH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7086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</a:rPr>
              <a:t>@sre-agent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7452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</a:rPr>
              <a:t>Site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7818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Ship only with a kill switch on checkout.
Must be reversible in under 2 minutes
or bad orders compound.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18720" y="6583680"/>
            <a:ext cx="5303520" cy="3017520"/>
          </a:xfrm>
          <a:prstGeom prst="rect">
            <a:avLst/>
          </a:prstGeom>
          <a:solidFill>
            <a:srgbClr val="12121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618720" y="6583680"/>
            <a:ext cx="5303520" cy="4114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0D0D"/>
                </a:solidFill>
              </a:rPr>
              <a:t>REVIEW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0" y="7086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@secops-agent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0" y="7452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</a:rPr>
              <a:t>Security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0" y="7818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Cannot sign off until exploitability
is confirmed. Discount-code bugs are
a known attack surface.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291840"/>
            <a:ext cx="6766560" cy="3657600"/>
          </a:xfrm>
          <a:prstGeom prst="rect">
            <a:avLst/>
          </a:prstGeom>
          <a:solidFill>
            <a:srgbClr val="10101C"/>
          </a:solidFill>
          <a:ln w="12700">
            <a:solidFill>
              <a:srgbClr val="5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356616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DD4E0"/>
                </a:solidFill>
              </a:rPr>
              <a:t>FRIDAY LAUNCH — SHIP OR SLIP?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251960"/>
            <a:ext cx="5852160" cy="18288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38912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BB"/>
                </a:solidFill>
              </a:rPr>
              <a:t>A checkout bug is found 24 hours before a major Friday launch.
Four autonomous agents. Four hard constraints.
No central authority. One decision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63093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66"/>
                </a:solidFill>
              </a:rPr>
              <a:t>mycelium  ·  IoC dissent-map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